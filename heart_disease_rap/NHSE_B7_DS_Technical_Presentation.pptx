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Heart Disease from Clinical Indicators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logistic regression prototype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8288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Ewenike, PhD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England Band 7 Data Scientist Technical Test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does this patient have heart disease?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present with chest pain. A predictive model helps triage those likely to have coronary heart disease.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UCI multi-study dataset (920 patients, 4 source studies, 14 clinical features).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binary indicator derived from num &gt; 0.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Explore data, flag quality issues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features, handle missingness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reproducible sklearn pipeline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 on CV + hold-out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Interpret + recommend next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studies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09244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prevalence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66960" y="1645920"/>
            <a:ext cx="1783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6960" y="1645920"/>
            <a:ext cx="17830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96696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66960" y="3108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demographic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5623560" cy="2286000"/>
          </a:xfrm>
          <a:prstGeom prst="rect">
            <a:avLst/>
          </a:prstGeom>
          <a:solidFill>
            <a:srgbClr val="0B2240"/>
          </a:solidFill>
          <a:ln/>
          <a:effectLst>
            <a:outerShdw sx="100000" sy="100000" kx="0" ky="0" algn="bl" rotWithShape="0" blurRad="101600" dist="127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931920"/>
            <a:ext cx="109728" cy="2286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"Prototype over precision":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92240" y="49377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pipeline with defensible choices, not leaderboard accuracy. Modular RAP-compliant project: every decision traceable, every result reproducible (seed = 42).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and data quality drive early design choices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nhse_test/outputs/1_missing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6751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66% missing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number of major vessels by fluoroscopy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thal: 53% missing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thalassemia result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34% missing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 segment slope at peak exercise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features &lt;10% missing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trestbps = 0 and chol = 0 in 172 records — physiologically impossible, recoded as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Source-study heterogeneity is the biggest analytical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nhse_test/outputs/2_prevalence_by_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6751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varies 36% to 94% across studies.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reasons: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selection effects (referral pathway)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diagnostic protocol differences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age/sex case-mix variation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confounding by study site.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ignored, the model may learn 'Switzerland' as a disease proxy rather than true clinical signal.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mitigation: include dataset as a feature so the model conditions on study site explicitly.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choices that define the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 and thal (&gt;50% missing). Keep slope with imputation. Include dataset as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Imputation above ~50% is unreliable. Dropping 2 features costs less than introducing noise.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64592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94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numeric, mode for categorical, inside a sklearn Pipeline.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Embedded imputation prevents train/test leakage. Median is robust to outliers.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20624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L2 regularisation.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Interpretable coefficients, clinical standard, suits 736 training rows, strong baseline before tree methods.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669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206240"/>
            <a:ext cx="109728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97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754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+ 5-fold CV on train. Metrics: ROC-AUC, recall, precision.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6235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Recall prioritised — false negatives (missed diagnoses) carry more clinical risk than false alarms.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RAP-compliant project, single-command reproducible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heart_disease_rap/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config.yaml  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params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      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orchestrator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   RAP.md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data_loader.py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eda.py     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preprocess.py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train.py   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stages 4-6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evaluate.py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stage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test_pipeline.py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data/raw/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outputs/              </a:t>
            </a:r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principles satisfied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1945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controlled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config.yaml; every run logged with seed and metrics in run_summary.json.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reusable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single-purpose modules. Preprocessor, data loader, evaluator are independently reusable.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 orchestrated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command: python main.py. No notebook cells, no manual steps.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RAP.md, module docstrings, function type hints, structured logging.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pytest cases: DQ, target derivation, preprocessor, end-to-end smoke test.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and reproducible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tools. Fixed seed. Identical metrics on every run.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discrimination, recall prioritised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nhse_test/outputs/3_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029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6459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645920"/>
            <a:ext cx="9144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722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+/- 0.019 over 5 folds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869680" y="16459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9680" y="1645920"/>
            <a:ext cx="91440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90982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9828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90982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184 patients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3017520"/>
            <a:ext cx="91440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1722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92/102 disease cases caught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69680" y="30175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0" y="3017520"/>
            <a:ext cx="9144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0982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9828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90982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92/111 flagged truly diseased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0" y="4434840"/>
            <a:ext cx="56692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set, n=184)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4892040"/>
          <a:ext cx="5394960" cy="118872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(TN)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(FP)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disease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(FN)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(TP)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top predictors are clinically plausible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pic>
        <p:nvPicPr>
          <p:cNvPr id="5" name="Image 0" descr="/home/claude/nhse_test/outputs/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67512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make clinical sense?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2402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consistent: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Male sex: higher risk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Exercise-induced angina: strong positive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Atypical / non-anginal chest pain: protective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 depression (oldpeak), age: positive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dataset_Switzerland dominates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coefficient (+2.2). Driven by 94% disease prevalence in Swiss subset, not clinical signal.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rule: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clinical-feature coefficients. Treat the dataset coefficients as case-mix adjustment, not as causal drivers.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take this prototype forward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tree-based models (RF, gradient boosting) for non-linear signal.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study-stratified analysis to separate clinical from site effect.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 + Brier score, not just discrimination.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by sex and age group.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45920"/>
            <a:ext cx="3657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ca and thal where clinically feasible.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UK NHS patient data.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with outcome data (MI, mortality).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features: medication, family history, comorbidity.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645920"/>
            <a:ext cx="3657600" cy="457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28600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pipeline behind an API for clinical tool integration.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MLOps: monitoring, drift detection, retraining schedule.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 / model-governance sign-off before any real-world use.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Clinician-facing UI with explainability (SHAP values).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logistic regression prototype delivering 0.92 ROC-AUC on held-out test data.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defended, not just deployed.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pipeline, seed-controlled, runs in one command.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handling of missingness, data errors, and study heterogeneity.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0.90 prioritised — clinically appropriate for screening.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E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roadmap for methodological, data, and operational next steps.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5943600"/>
            <a:ext cx="18288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Predictive Model - NHS England B7 DS Technical Test</dc:title>
  <dc:subject>PptxGenJS Presentation</dc:subject>
  <dc:creator>Stanley Ewenike</dc:creator>
  <cp:lastModifiedBy>Stanley Ewenike</cp:lastModifiedBy>
  <cp:revision>1</cp:revision>
  <dcterms:created xsi:type="dcterms:W3CDTF">2026-04-20T08:39:03Z</dcterms:created>
  <dcterms:modified xsi:type="dcterms:W3CDTF">2026-04-20T08:39:03Z</dcterms:modified>
</cp:coreProperties>
</file>